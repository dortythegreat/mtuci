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2634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04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0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11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38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58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49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96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5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77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145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402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47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558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080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18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92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2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сроками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Дисциплина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проектами</a:t>
            </a:r>
            <a:r>
              <a:rPr dirty="0"/>
              <a:t>, </a:t>
            </a:r>
            <a:r>
              <a:rPr dirty="0" err="1"/>
              <a:t>направленная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соблюдение</a:t>
            </a:r>
            <a:r>
              <a:rPr dirty="0"/>
              <a:t> </a:t>
            </a:r>
            <a:r>
              <a:rPr dirty="0" err="1"/>
              <a:t>сроков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и </a:t>
            </a:r>
            <a:r>
              <a:rPr dirty="0" err="1"/>
              <a:t>этапов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508171" y="587522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Кулешов Александр БЭИ2202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управления сроками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Завершение</a:t>
            </a:r>
            <a:r>
              <a:rPr dirty="0" smtClean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dirty="0" err="1"/>
              <a:t>вовремя</a:t>
            </a:r>
            <a:endParaRPr dirty="0"/>
          </a:p>
          <a:p>
            <a:r>
              <a:rPr dirty="0" err="1" smtClean="0"/>
              <a:t>Оптимизация</a:t>
            </a:r>
            <a:r>
              <a:rPr dirty="0" smtClean="0"/>
              <a:t> </a:t>
            </a:r>
            <a:r>
              <a:rPr dirty="0" err="1"/>
              <a:t>ресурсов</a:t>
            </a:r>
            <a:endParaRPr dirty="0"/>
          </a:p>
          <a:p>
            <a:r>
              <a:rPr dirty="0" err="1" smtClean="0"/>
              <a:t>Минимизация</a:t>
            </a:r>
            <a:r>
              <a:rPr dirty="0" smtClean="0"/>
              <a:t> </a:t>
            </a:r>
            <a:r>
              <a:rPr dirty="0" err="1"/>
              <a:t>рисков</a:t>
            </a:r>
            <a:r>
              <a:rPr dirty="0"/>
              <a:t> </a:t>
            </a:r>
            <a:r>
              <a:rPr dirty="0" err="1"/>
              <a:t>задержек</a:t>
            </a:r>
            <a:endParaRPr dirty="0"/>
          </a:p>
          <a:p>
            <a:r>
              <a:rPr dirty="0" err="1" smtClean="0"/>
              <a:t>Повышение</a:t>
            </a:r>
            <a:r>
              <a:rPr dirty="0" smtClean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команды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процессы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Определение</a:t>
            </a:r>
            <a:r>
              <a:rPr dirty="0" smtClean="0"/>
              <a:t> </a:t>
            </a:r>
            <a:r>
              <a:rPr dirty="0" err="1"/>
              <a:t>работ</a:t>
            </a:r>
            <a:endParaRPr dirty="0"/>
          </a:p>
          <a:p>
            <a:r>
              <a:rPr dirty="0" err="1" smtClean="0"/>
              <a:t>Последовательность</a:t>
            </a:r>
            <a:r>
              <a:rPr dirty="0" smtClean="0"/>
              <a:t> </a:t>
            </a:r>
            <a:r>
              <a:rPr dirty="0" err="1"/>
              <a:t>задач</a:t>
            </a:r>
            <a:endParaRPr dirty="0"/>
          </a:p>
          <a:p>
            <a:r>
              <a:rPr dirty="0" err="1" smtClean="0"/>
              <a:t>Оценка</a:t>
            </a:r>
            <a:r>
              <a:rPr dirty="0" smtClean="0"/>
              <a:t> </a:t>
            </a:r>
            <a:r>
              <a:rPr dirty="0" err="1"/>
              <a:t>длительности</a:t>
            </a:r>
            <a:endParaRPr dirty="0"/>
          </a:p>
          <a:p>
            <a:r>
              <a:rPr dirty="0" err="1" smtClean="0"/>
              <a:t>Разработка</a:t>
            </a:r>
            <a:r>
              <a:rPr dirty="0" smtClean="0"/>
              <a:t> </a:t>
            </a:r>
            <a:r>
              <a:rPr dirty="0" err="1"/>
              <a:t>расписания</a:t>
            </a:r>
            <a:endParaRPr dirty="0"/>
          </a:p>
          <a:p>
            <a:r>
              <a:rPr dirty="0" err="1" smtClean="0"/>
              <a:t>Контроль</a:t>
            </a:r>
            <a:r>
              <a:rPr dirty="0" smtClean="0"/>
              <a:t> </a:t>
            </a:r>
            <a:r>
              <a:rPr dirty="0" err="1"/>
              <a:t>сроков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работ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Разбиение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отдельные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 (WBS — </a:t>
            </a:r>
            <a:r>
              <a:rPr dirty="0" err="1"/>
              <a:t>структура</a:t>
            </a:r>
            <a:r>
              <a:rPr dirty="0"/>
              <a:t> </a:t>
            </a:r>
            <a:r>
              <a:rPr dirty="0" err="1"/>
              <a:t>декомпозиции</a:t>
            </a:r>
            <a:r>
              <a:rPr dirty="0"/>
              <a:t> </a:t>
            </a:r>
            <a:r>
              <a:rPr dirty="0" err="1"/>
              <a:t>работ</a:t>
            </a:r>
            <a:r>
              <a:rPr dirty="0"/>
              <a:t>).</a:t>
            </a:r>
          </a:p>
        </p:txBody>
      </p:sp>
      <p:pic>
        <p:nvPicPr>
          <p:cNvPr id="1026" name="Picture 2" descr="WBS, или структурная декомпозиция проекта: что это и в чём суть / Skillbox  M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25" y="3511909"/>
            <a:ext cx="3592205" cy="2694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Последовательность 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зависимостей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задачами</a:t>
            </a:r>
            <a:r>
              <a:rPr dirty="0"/>
              <a:t>:</a:t>
            </a:r>
          </a:p>
          <a:p>
            <a:pPr lvl="1"/>
            <a:r>
              <a:rPr sz="2400" dirty="0" err="1" smtClean="0"/>
              <a:t>Последовательные</a:t>
            </a:r>
            <a:endParaRPr sz="2400" dirty="0"/>
          </a:p>
          <a:p>
            <a:pPr lvl="1"/>
            <a:r>
              <a:rPr sz="2400" dirty="0" err="1" smtClean="0"/>
              <a:t>Параллельные</a:t>
            </a:r>
            <a:endParaRPr sz="2400" dirty="0"/>
          </a:p>
          <a:p>
            <a:pPr lvl="1"/>
            <a:r>
              <a:rPr sz="2400" dirty="0" err="1" smtClean="0"/>
              <a:t>Критические</a:t>
            </a:r>
            <a:r>
              <a:rPr sz="2400" dirty="0" smtClean="0"/>
              <a:t> </a:t>
            </a:r>
            <a:r>
              <a:rPr sz="2400" dirty="0" err="1"/>
              <a:t>зависимости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Оценка длительности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Методы</a:t>
            </a:r>
            <a:r>
              <a:rPr dirty="0"/>
              <a:t> </a:t>
            </a:r>
            <a:r>
              <a:rPr dirty="0" err="1"/>
              <a:t>оценки</a:t>
            </a:r>
            <a:r>
              <a:rPr dirty="0"/>
              <a:t>:</a:t>
            </a:r>
          </a:p>
          <a:p>
            <a:pPr lvl="1"/>
            <a:r>
              <a:rPr sz="2400" dirty="0" err="1" smtClean="0"/>
              <a:t>Экспертная</a:t>
            </a:r>
            <a:r>
              <a:rPr sz="2400" dirty="0" smtClean="0"/>
              <a:t> </a:t>
            </a:r>
            <a:r>
              <a:rPr sz="2400" dirty="0" err="1"/>
              <a:t>оценка</a:t>
            </a:r>
            <a:endParaRPr sz="2400" dirty="0"/>
          </a:p>
          <a:p>
            <a:pPr lvl="1"/>
            <a:r>
              <a:rPr sz="2400" dirty="0" err="1" smtClean="0"/>
              <a:t>Аналогии</a:t>
            </a:r>
            <a:endParaRPr sz="2400" dirty="0"/>
          </a:p>
          <a:p>
            <a:pPr lvl="1"/>
            <a:r>
              <a:rPr sz="2400" dirty="0" err="1" smtClean="0"/>
              <a:t>Параметрическая</a:t>
            </a:r>
            <a:r>
              <a:rPr sz="2400" dirty="0" smtClean="0"/>
              <a:t> </a:t>
            </a:r>
            <a:r>
              <a:rPr sz="2400" dirty="0" err="1"/>
              <a:t>оценка</a:t>
            </a:r>
            <a:endParaRPr sz="2400" dirty="0"/>
          </a:p>
          <a:p>
            <a:pPr lvl="1"/>
            <a:r>
              <a:rPr sz="2400" dirty="0" smtClean="0"/>
              <a:t>PERT </a:t>
            </a:r>
            <a:r>
              <a:rPr sz="2400" dirty="0" err="1"/>
              <a:t>метод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Разработка расписания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Инструменты</a:t>
            </a:r>
            <a:r>
              <a:rPr dirty="0"/>
              <a:t>:</a:t>
            </a:r>
          </a:p>
          <a:p>
            <a:pPr lvl="1"/>
            <a:r>
              <a:rPr sz="2400" dirty="0" err="1" smtClean="0"/>
              <a:t>Диаграмма</a:t>
            </a:r>
            <a:r>
              <a:rPr sz="2400" dirty="0" smtClean="0"/>
              <a:t> </a:t>
            </a:r>
            <a:r>
              <a:rPr sz="2400" dirty="0" err="1"/>
              <a:t>Ганта</a:t>
            </a:r>
            <a:endParaRPr sz="2400" dirty="0"/>
          </a:p>
          <a:p>
            <a:pPr lvl="1"/>
            <a:r>
              <a:rPr sz="2400" dirty="0" err="1" smtClean="0"/>
              <a:t>Сетевые</a:t>
            </a:r>
            <a:r>
              <a:rPr sz="2400" dirty="0" smtClean="0"/>
              <a:t> </a:t>
            </a:r>
            <a:r>
              <a:rPr sz="2400" dirty="0" err="1"/>
              <a:t>графики</a:t>
            </a:r>
            <a:endParaRPr sz="2400" dirty="0"/>
          </a:p>
          <a:p>
            <a:pPr lvl="1"/>
            <a:r>
              <a:rPr sz="2400" dirty="0" err="1" smtClean="0"/>
              <a:t>Критический</a:t>
            </a:r>
            <a:r>
              <a:rPr sz="2400" dirty="0" smtClean="0"/>
              <a:t> </a:t>
            </a:r>
            <a:r>
              <a:rPr sz="2400" dirty="0" err="1"/>
              <a:t>путь</a:t>
            </a:r>
            <a:r>
              <a:rPr sz="2400" dirty="0"/>
              <a:t> (CPM)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Контроль сроков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Мониторинг</a:t>
            </a:r>
            <a:r>
              <a:rPr dirty="0" smtClean="0"/>
              <a:t> </a:t>
            </a:r>
            <a:r>
              <a:rPr dirty="0" err="1"/>
              <a:t>прогресса</a:t>
            </a:r>
            <a:endParaRPr dirty="0"/>
          </a:p>
          <a:p>
            <a:r>
              <a:rPr dirty="0" err="1" smtClean="0"/>
              <a:t>Анализ</a:t>
            </a:r>
            <a:r>
              <a:rPr dirty="0" smtClean="0"/>
              <a:t> </a:t>
            </a:r>
            <a:r>
              <a:rPr dirty="0" err="1"/>
              <a:t>отклонений</a:t>
            </a:r>
            <a:endParaRPr dirty="0"/>
          </a:p>
          <a:p>
            <a:r>
              <a:rPr dirty="0" err="1" smtClean="0"/>
              <a:t>Управление</a:t>
            </a:r>
            <a:r>
              <a:rPr dirty="0" smtClean="0"/>
              <a:t> </a:t>
            </a:r>
            <a:r>
              <a:rPr dirty="0" err="1"/>
              <a:t>изменениями</a:t>
            </a:r>
            <a:endParaRPr dirty="0"/>
          </a:p>
          <a:p>
            <a:r>
              <a:rPr dirty="0" err="1" smtClean="0"/>
              <a:t>Перепланирование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Критический путь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Самая длинная последовательность задач, определяющая минимальную длительность проекта.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Риски и задержки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Причины</a:t>
            </a:r>
            <a:r>
              <a:rPr dirty="0"/>
              <a:t>:</a:t>
            </a:r>
          </a:p>
          <a:p>
            <a:pPr lvl="1"/>
            <a:r>
              <a:rPr sz="2400" dirty="0" err="1" smtClean="0"/>
              <a:t>Недооценка</a:t>
            </a:r>
            <a:r>
              <a:rPr sz="2400" dirty="0" smtClean="0"/>
              <a:t> </a:t>
            </a:r>
            <a:r>
              <a:rPr sz="2400" dirty="0" err="1"/>
              <a:t>времени</a:t>
            </a:r>
            <a:endParaRPr sz="2400" dirty="0"/>
          </a:p>
          <a:p>
            <a:pPr lvl="1"/>
            <a:r>
              <a:rPr sz="2400" dirty="0" err="1" smtClean="0"/>
              <a:t>Изменения</a:t>
            </a:r>
            <a:r>
              <a:rPr sz="2400" dirty="0" smtClean="0"/>
              <a:t> </a:t>
            </a:r>
            <a:r>
              <a:rPr sz="2400" dirty="0" err="1"/>
              <a:t>требований</a:t>
            </a:r>
            <a:endParaRPr sz="2400" dirty="0"/>
          </a:p>
          <a:p>
            <a:pPr lvl="1"/>
            <a:r>
              <a:rPr sz="2400" dirty="0" err="1" smtClean="0"/>
              <a:t>Недостаток</a:t>
            </a:r>
            <a:r>
              <a:rPr sz="2400" dirty="0" smtClean="0"/>
              <a:t> </a:t>
            </a:r>
            <a:r>
              <a:rPr sz="2400" dirty="0" err="1"/>
              <a:t>ресурсов</a:t>
            </a:r>
            <a:endParaRPr sz="2400" dirty="0"/>
          </a:p>
          <a:p>
            <a:pPr lvl="1"/>
            <a:r>
              <a:rPr sz="2400" dirty="0" err="1" smtClean="0"/>
              <a:t>Технические</a:t>
            </a:r>
            <a:r>
              <a:rPr sz="2400" dirty="0" smtClean="0"/>
              <a:t> </a:t>
            </a:r>
            <a:r>
              <a:rPr sz="2400" dirty="0" err="1"/>
              <a:t>проблемы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Инструменты управления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Microsoft </a:t>
            </a:r>
            <a:r>
              <a:rPr dirty="0"/>
              <a:t>Project</a:t>
            </a:r>
          </a:p>
          <a:p>
            <a:r>
              <a:rPr dirty="0" smtClean="0"/>
              <a:t>Jira</a:t>
            </a:r>
            <a:endParaRPr dirty="0"/>
          </a:p>
          <a:p>
            <a:r>
              <a:rPr dirty="0" err="1" smtClean="0"/>
              <a:t>Trello</a:t>
            </a:r>
            <a:endParaRPr dirty="0"/>
          </a:p>
          <a:p>
            <a:r>
              <a:rPr dirty="0" smtClean="0"/>
              <a:t>Asana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Эффективное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сроками</a:t>
            </a:r>
            <a:r>
              <a:rPr dirty="0"/>
              <a:t> — </a:t>
            </a:r>
            <a:r>
              <a:rPr dirty="0" err="1"/>
              <a:t>ключ</a:t>
            </a:r>
            <a:r>
              <a:rPr dirty="0"/>
              <a:t> к </a:t>
            </a:r>
            <a:r>
              <a:rPr dirty="0" err="1"/>
              <a:t>успешному</a:t>
            </a:r>
            <a:r>
              <a:rPr dirty="0"/>
              <a:t> </a:t>
            </a:r>
            <a:r>
              <a:rPr dirty="0" err="1"/>
              <a:t>завершению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149</Words>
  <Application>Microsoft Office PowerPoint</Application>
  <PresentationFormat>Экран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Garamond</vt:lpstr>
      <vt:lpstr>Натуральные материалы</vt:lpstr>
      <vt:lpstr>Управление сроками проекта</vt:lpstr>
      <vt:lpstr>Цели управления сроками</vt:lpstr>
      <vt:lpstr>Основные процессы</vt:lpstr>
      <vt:lpstr>Определение работ</vt:lpstr>
      <vt:lpstr>Последовательность задач</vt:lpstr>
      <vt:lpstr>Оценка длительности</vt:lpstr>
      <vt:lpstr>Разработка расписания</vt:lpstr>
      <vt:lpstr>Контроль сроков</vt:lpstr>
      <vt:lpstr>Критический путь</vt:lpstr>
      <vt:lpstr>Риски и задержки</vt:lpstr>
      <vt:lpstr>Инструменты управления</vt:lpstr>
      <vt:lpstr>Заключение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сроками проекта</dc:title>
  <dc:subject/>
  <dc:creator>HITECH</dc:creator>
  <cp:keywords/>
  <dc:description>generated using python-pptx</dc:description>
  <cp:lastModifiedBy>Sasha Kuleshov</cp:lastModifiedBy>
  <cp:revision>3</cp:revision>
  <dcterms:created xsi:type="dcterms:W3CDTF">2013-01-27T09:14:16Z</dcterms:created>
  <dcterms:modified xsi:type="dcterms:W3CDTF">2026-03-21T15:28:26Z</dcterms:modified>
  <cp:category/>
</cp:coreProperties>
</file>