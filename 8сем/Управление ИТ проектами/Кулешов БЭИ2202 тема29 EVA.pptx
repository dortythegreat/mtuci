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4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26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1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29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3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31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5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3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72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1976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5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63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86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39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6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67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освоенного</a:t>
            </a:r>
            <a:r>
              <a:rPr dirty="0"/>
              <a:t> </a:t>
            </a:r>
            <a:r>
              <a:rPr dirty="0" err="1"/>
              <a:t>объема</a:t>
            </a:r>
            <a:r>
              <a:rPr dirty="0"/>
              <a:t> (EVA)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Управление</a:t>
            </a:r>
            <a:r>
              <a:rPr dirty="0"/>
              <a:t> ИТ-</a:t>
            </a:r>
            <a:r>
              <a:rPr dirty="0" err="1"/>
              <a:t>проектами</a:t>
            </a:r>
            <a:endParaRPr dirty="0"/>
          </a:p>
          <a:p>
            <a:r>
              <a:rPr dirty="0"/>
              <a:t>Earned Value Analysis (</a:t>
            </a:r>
            <a:r>
              <a:rPr dirty="0" smtClean="0"/>
              <a:t>EVA)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100354" y="612491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Кулешов А.С. БЭИ2202</a:t>
            </a:r>
          </a:p>
          <a:p>
            <a:r>
              <a:rPr lang="ru-RU" dirty="0" smtClean="0"/>
              <a:t>20 </a:t>
            </a:r>
            <a:r>
              <a:rPr lang="en-US" dirty="0" smtClean="0"/>
              <a:t>March 2026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EVA?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Метод оценки выполнения проекта</a:t>
            </a:r>
          </a:p>
          <a:p>
            <a:r>
              <a:t>Сравнивает плановые и фактические показатели</a:t>
            </a:r>
          </a:p>
          <a:p>
            <a:r>
              <a:t>Позволяет прогнозировать результат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показатели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 (Planned Value) — плановая стоимость</a:t>
            </a:r>
          </a:p>
          <a:p>
            <a:r>
              <a:t>EV (Earned Value) — освоенный объем</a:t>
            </a:r>
          </a:p>
          <a:p>
            <a:r>
              <a:t>AC (Actual Cost) — фактические затраты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Value (PV)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Запланированный бюджет на текущий момент</a:t>
            </a:r>
          </a:p>
          <a:p>
            <a:r>
              <a:t>Определяет, сколько должно быть выполнено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Earned Value (EV)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Стоимость фактически выполненной работы</a:t>
            </a:r>
          </a:p>
          <a:p>
            <a:r>
              <a:t>Показывает прогресс проекта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Cost (AC)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Фактические затраты на выполнение работы</a:t>
            </a:r>
          </a:p>
          <a:p>
            <a:r>
              <a:t>Сравнивается с EV и PV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отклонения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SV (Schedule Variance) = EV - PV</a:t>
            </a:r>
          </a:p>
          <a:p>
            <a:r>
              <a:t>CV (Cost Variance) = EV - 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Индексы эффективности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SPI (Schedule Performance Index) = EV / PV</a:t>
            </a:r>
          </a:p>
          <a:p>
            <a:r>
              <a:t>CPI (Cost Performance Index) = EV / AC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Интерпретация показателей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SPI &gt; 1 — опережение графика</a:t>
            </a:r>
          </a:p>
          <a:p>
            <a:r>
              <a:t>SPI &lt; 1 — отставание</a:t>
            </a:r>
          </a:p>
          <a:p>
            <a:r>
              <a:t>CPI &gt; 1 — экономия бюджета</a:t>
            </a:r>
          </a:p>
          <a:p>
            <a:r>
              <a:t>CPI &lt; 1 — перерасход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 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Ранняя диагностика проблем</a:t>
            </a:r>
          </a:p>
          <a:p>
            <a:r>
              <a:t>Объективная оценка</a:t>
            </a:r>
          </a:p>
          <a:p>
            <a:r>
              <a:t>Прогнозирование результата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Недостатки 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Требует точного планирования</a:t>
            </a:r>
          </a:p>
          <a:p>
            <a:r>
              <a:t>Сложность внедрения</a:t>
            </a:r>
          </a:p>
          <a:p>
            <a:r>
              <a:t>Зависимость от качества данных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Применение в ИТ-проектах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и Waterfall проекты</a:t>
            </a:r>
          </a:p>
          <a:p>
            <a:r>
              <a:t>Контроль разработки ПО</a:t>
            </a:r>
          </a:p>
          <a:p>
            <a:r>
              <a:t>Управление ресурсами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 — мощный инструмент контроля</a:t>
            </a:r>
          </a:p>
          <a:p>
            <a:r>
              <a:t>Помогает управлять сроками и бюджетом</a:t>
            </a:r>
          </a:p>
          <a:p>
            <a:r>
              <a:t>Повышает вероятность успеха проекта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219</Words>
  <Application>Microsoft Office PowerPoint</Application>
  <PresentationFormat>Экран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Ион</vt:lpstr>
      <vt:lpstr>Метод освоенного объема (EVA)</vt:lpstr>
      <vt:lpstr>Что такое EVA?</vt:lpstr>
      <vt:lpstr>Основные показатели</vt:lpstr>
      <vt:lpstr>Planned Value (PV)</vt:lpstr>
      <vt:lpstr>Earned Value (EV)</vt:lpstr>
      <vt:lpstr>Actual Cost (AC)</vt:lpstr>
      <vt:lpstr>Ключевые отклонения</vt:lpstr>
      <vt:lpstr>Индексы эффективности</vt:lpstr>
      <vt:lpstr>Интерпретация показателей</vt:lpstr>
      <vt:lpstr>Преимущества EVA</vt:lpstr>
      <vt:lpstr>Недостатки EVA</vt:lpstr>
      <vt:lpstr>Применение в ИТ-проектах</vt:lpstr>
      <vt:lpstr>Вывод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 освоенного объема (EVA)</dc:title>
  <dc:subject/>
  <dc:creator/>
  <cp:keywords/>
  <dc:description>generated using python-pptx</dc:description>
  <cp:lastModifiedBy>Sasha Kuleshov</cp:lastModifiedBy>
  <cp:revision>3</cp:revision>
  <dcterms:created xsi:type="dcterms:W3CDTF">2013-01-27T09:14:16Z</dcterms:created>
  <dcterms:modified xsi:type="dcterms:W3CDTF">2026-03-21T15:23:17Z</dcterms:modified>
  <cp:category/>
</cp:coreProperties>
</file>